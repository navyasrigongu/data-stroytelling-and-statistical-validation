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5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7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51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6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2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2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87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62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58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89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5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2F416-85EC-4AA9-8488-D8281A44E83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144AA-F523-40A5-859E-455CE49C4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5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t/thank-you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0A3FD-BD03-96F0-E972-CE45127C7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STATISTICAL VALIDATION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DBD3D-22B1-1C9A-7206-82903ADB3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6058" y="5018314"/>
            <a:ext cx="3429000" cy="1328058"/>
          </a:xfrm>
        </p:spPr>
        <p:txBody>
          <a:bodyPr/>
          <a:lstStyle/>
          <a:p>
            <a:r>
              <a:rPr lang="en-US" b="1" dirty="0"/>
              <a:t>PRESENTED BY </a:t>
            </a:r>
          </a:p>
          <a:p>
            <a:r>
              <a:rPr lang="en-US" dirty="0"/>
              <a:t>Navya Sri </a:t>
            </a:r>
            <a:r>
              <a:rPr lang="en-US" dirty="0" err="1"/>
              <a:t>Gongu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71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B9F7-F192-4F98-164A-D77FFB832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972" y="164421"/>
            <a:ext cx="9144000" cy="94592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11A5E-6B4B-4DF9-1F50-9CC245FCD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0015" y="1555522"/>
            <a:ext cx="5627914" cy="4279219"/>
          </a:xfrm>
        </p:spPr>
        <p:txBody>
          <a:bodyPr>
            <a:normAutofit/>
          </a:bodyPr>
          <a:lstStyle/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dirty="0"/>
              <a:t>Analyze customer purchasing behavior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endParaRPr lang="en-US" dirty="0"/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dirty="0"/>
              <a:t>Understand impact of discounts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endParaRPr lang="en-US" dirty="0"/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dirty="0"/>
              <a:t>Identify high-value customer groups</a:t>
            </a:r>
          </a:p>
          <a:p>
            <a:pPr algn="just"/>
            <a:endParaRPr lang="en-US" dirty="0"/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dirty="0"/>
              <a:t>Use statistical testing for validation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endParaRPr lang="en-US" dirty="0"/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dirty="0"/>
              <a:t>Provide business recommendations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5924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F3A9-C60F-9C18-6280-BC74EE0E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6" y="105683"/>
            <a:ext cx="10515600" cy="100466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0E0B0-F654-1CF9-1BCA-63EB98253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257" y="1360714"/>
            <a:ext cx="5410199" cy="5290458"/>
          </a:xfrm>
        </p:spPr>
        <p:txBody>
          <a:bodyPr>
            <a:normAutofit fontScale="92500" lnSpcReduction="10000"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Source: Kaggle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Type: E-Commerce Customer Data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Records: 1000+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Format: CSV </a:t>
            </a:r>
          </a:p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Gender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Age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Membership Type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Total Spend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Discount Applied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Satisfaction Level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FC499A-9437-93F3-6165-8B21927F88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360714"/>
            <a:ext cx="599802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2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B8E1-2BDC-E4F6-D00A-74A4166BB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B03CA-6EE2-6CF5-58E4-5B7DDF8E2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429" y="1825625"/>
            <a:ext cx="4408714" cy="4351338"/>
          </a:xfrm>
        </p:spPr>
        <p:txBody>
          <a:bodyPr>
            <a:normAutofit lnSpcReduction="1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/>
              <a:t>✔ Removed null values</a:t>
            </a:r>
          </a:p>
          <a:p>
            <a:pPr marL="0" indent="0">
              <a:buNone/>
            </a:pPr>
            <a:br>
              <a:rPr lang="en-IN" sz="2400" dirty="0"/>
            </a:br>
            <a:r>
              <a:rPr lang="en-IN" sz="2400" dirty="0"/>
              <a:t>✔ Removed duplicates</a:t>
            </a:r>
          </a:p>
          <a:p>
            <a:pPr marL="0" indent="0">
              <a:buNone/>
            </a:pPr>
            <a:br>
              <a:rPr lang="en-IN" sz="2400" dirty="0"/>
            </a:br>
            <a:r>
              <a:rPr lang="en-IN" sz="2400" dirty="0"/>
              <a:t>✔ Corrected data types</a:t>
            </a:r>
          </a:p>
          <a:p>
            <a:pPr marL="0" indent="0">
              <a:buNone/>
            </a:pPr>
            <a:br>
              <a:rPr lang="en-IN" sz="2400" dirty="0"/>
            </a:br>
            <a:r>
              <a:rPr lang="en-IN" sz="2400" dirty="0"/>
              <a:t>✔ Renamed columns</a:t>
            </a:r>
          </a:p>
          <a:p>
            <a:pPr marL="0" indent="0">
              <a:buNone/>
            </a:pPr>
            <a:br>
              <a:rPr lang="en-IN" sz="2400" dirty="0"/>
            </a:br>
            <a:r>
              <a:rPr lang="en-IN" sz="2400" dirty="0"/>
              <a:t>✔ Verified data consistency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3927DB-5BC1-D5EE-195B-42D7E0CD00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13211" y="1825625"/>
            <a:ext cx="7315503" cy="438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72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A1A7-65BA-2B90-EE0A-97A78A07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165099"/>
            <a:ext cx="10515600" cy="1031875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49B15-B835-214F-9BEB-9348A3D5A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700" y="1253330"/>
            <a:ext cx="2971800" cy="5350669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Includes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KPI Cards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Revenue Analysis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Membership Insights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Discount Analysis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Customer Satisfaction 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3DEF72-E9FE-4E7E-6926-C7C4F7CD5A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0" y="1326751"/>
            <a:ext cx="9080500" cy="52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2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ED3A6-2D60-5F94-E7D3-201805D19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52501"/>
            <a:ext cx="3098800" cy="5626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Includes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dirty="0"/>
              <a:t>✔ Premium members spend the most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✔ Younger customers are more active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✔ Female customers contribute high revenue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DB6137-26BB-5C79-F919-0E867F27FB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54400" y="952501"/>
            <a:ext cx="8470900" cy="562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9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24DC7-0AAE-2EE4-E45F-EF4C1B6E7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495300"/>
            <a:ext cx="3251200" cy="6083300"/>
          </a:xfrm>
        </p:spPr>
        <p:txBody>
          <a:bodyPr/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Includes</a:t>
            </a:r>
          </a:p>
          <a:p>
            <a:pPr marL="0" indent="0">
              <a:buNone/>
            </a:pPr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Customers using discounts show higher average spending behavior.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Promotional campaigns can increase customer engagement and sales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361168-77DC-BD52-E4BE-96A7F2F60E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51200" y="495300"/>
            <a:ext cx="86838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4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CD2D-E8C3-1A50-C7E7-C8AC7FD9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225425"/>
            <a:ext cx="10579100" cy="434975"/>
          </a:xfrm>
        </p:spPr>
        <p:txBody>
          <a:bodyPr>
            <a:normAutofit fontScale="90000"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4BA4-1604-82CE-75B4-118B74B1E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1300" y="1368424"/>
            <a:ext cx="4787900" cy="5264151"/>
          </a:xfrm>
        </p:spPr>
        <p:txBody>
          <a:bodyPr/>
          <a:lstStyle/>
          <a:p>
            <a:r>
              <a:rPr lang="en-US" b="1" dirty="0"/>
              <a:t>Null Hypothesis (H₀)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Discounts do not affect customer spending.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Alternative Hypothesis (H₁)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Discounts significantly affect customer spending.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Statistical Test: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Independent T-Test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2DF833-FA5B-E376-1A55-F1FDB3A25C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29200" y="784224"/>
            <a:ext cx="6921500" cy="3990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7F491F-F308-A68A-0730-2422B967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550" y="4976238"/>
            <a:ext cx="7162800" cy="165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EC8B-DC7C-D214-9C05-3C81289FD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999"/>
            <a:ext cx="9144000" cy="91916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DD71D-BADA-A31C-D64E-0C722998D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00" y="1536700"/>
            <a:ext cx="4927600" cy="4546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✔Increase loyalty program benefits</a:t>
            </a:r>
          </a:p>
          <a:p>
            <a:pPr algn="just"/>
            <a:br>
              <a:rPr lang="en-US" dirty="0"/>
            </a:br>
            <a:r>
              <a:rPr lang="en-US" dirty="0"/>
              <a:t>✔Use targeted discount campaigns</a:t>
            </a:r>
          </a:p>
          <a:p>
            <a:pPr algn="just"/>
            <a:br>
              <a:rPr lang="en-US" dirty="0"/>
            </a:br>
            <a:r>
              <a:rPr lang="en-US" dirty="0"/>
              <a:t>✔ Improve customer satisfaction</a:t>
            </a:r>
          </a:p>
          <a:p>
            <a:pPr algn="just"/>
            <a:br>
              <a:rPr lang="en-US" dirty="0"/>
            </a:br>
            <a:r>
              <a:rPr lang="en-US" dirty="0"/>
              <a:t>✔Focus on high-spending customers</a:t>
            </a:r>
          </a:p>
          <a:p>
            <a:pPr algn="just"/>
            <a:br>
              <a:rPr lang="en-US" dirty="0"/>
            </a:br>
            <a:r>
              <a:rPr lang="en-US" dirty="0"/>
              <a:t>✔ Use personalized marketing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09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CADC-CD48-08EE-FB81-C2F97F84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7025"/>
            <a:ext cx="69723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DB98-227D-78B6-340A-1AA30F92C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2057400"/>
            <a:ext cx="6616700" cy="44735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Increased customer retention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Improved sales opportunities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Better customer segmentation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Data-driven decision 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873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19D2-9A11-695C-7B9B-A5BA0A48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EE12-0762-D5DB-5570-9E791C37C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Data Storytelling and Statistical Validation project successfully analyzed the </a:t>
            </a:r>
            <a:r>
              <a:rPr lang="en-US" sz="2400" b="1" dirty="0"/>
              <a:t>E-commerce Customer Behavior</a:t>
            </a:r>
            <a:r>
              <a:rPr lang="en-US" sz="2400" dirty="0"/>
              <a:t> dataset to identify meaningful business insights and customer trends. Through data cleaning, visualization, exploratory analysis, and hypothesis testing, the project transformed raw data into actionable information for decision-making.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08949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3E0A5A-61EE-F4D9-7AE6-CC65C7EA6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70097" y="1508125"/>
            <a:ext cx="6559806" cy="4351338"/>
          </a:xfrm>
        </p:spPr>
      </p:pic>
    </p:spTree>
    <p:extLst>
      <p:ext uri="{BB962C8B-B14F-4D97-AF65-F5344CB8AC3E}">
        <p14:creationId xmlns:p14="http://schemas.microsoft.com/office/powerpoint/2010/main" val="394945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atic.vecteezy.com/system/resources/previews/009/...">
            <a:extLst>
              <a:ext uri="{FF2B5EF4-FFF2-40B4-BE49-F238E27FC236}">
                <a16:creationId xmlns:a16="http://schemas.microsoft.com/office/drawing/2014/main" id="{FEA5C87A-C2F8-BFDB-54C0-71AF0882B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092200"/>
            <a:ext cx="68580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63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</TotalTime>
  <Words>268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Times New Roman</vt:lpstr>
      <vt:lpstr>Wingdings</vt:lpstr>
      <vt:lpstr>Office 2013 - 2022 Theme</vt:lpstr>
      <vt:lpstr>DATA STORYTELLING STATISTICAL VALIDATION</vt:lpstr>
      <vt:lpstr>Project Objective</vt:lpstr>
      <vt:lpstr>Dataset Overview</vt:lpstr>
      <vt:lpstr>Data Cleaning Process</vt:lpstr>
      <vt:lpstr>Dashboard Overview</vt:lpstr>
      <vt:lpstr>PowerPoint Presentation</vt:lpstr>
      <vt:lpstr>PowerPoint Presentation</vt:lpstr>
      <vt:lpstr>Statistical Validation</vt:lpstr>
      <vt:lpstr>Recommendations</vt:lpstr>
      <vt:lpstr>Business Impact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23881A05L9 23881A05L9</dc:creator>
  <cp:lastModifiedBy>23881A05L9 23881A05L9</cp:lastModifiedBy>
  <cp:revision>1</cp:revision>
  <dcterms:created xsi:type="dcterms:W3CDTF">2026-05-22T05:43:27Z</dcterms:created>
  <dcterms:modified xsi:type="dcterms:W3CDTF">2026-05-22T07:18:30Z</dcterms:modified>
</cp:coreProperties>
</file>